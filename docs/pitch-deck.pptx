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yevhen-kalyna/goit-pycore-hw-group-project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731520"/>
            <a:ext cx="548640" cy="548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73152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Personal Assistant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контактами та нотатками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Yevhen Kalyna</a:t>
            </a:r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Team Lead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Mykola Nedotopa</a:t>
            </a:r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Developer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IYgit</a:t>
            </a:r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Developer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GoIT Python Core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ми створили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Інтерактивний CLI-помічник для управління контактами та нотатками з валідацією, пошуком і збереженням даних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контактами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Додавання, редагування, пошук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валідацією телефону, email, адреси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2011680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011680"/>
            <a:ext cx="54864" cy="1097280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860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Нотатки з тегами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4924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нотаток з тегами,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сортування та пошук за змістом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383280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76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Дні народження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3444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Відстеження днів народження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зсувом на вихідних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0" y="3383280"/>
            <a:ext cx="3749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0" y="338328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576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Збереження даних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34924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збереження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завантаження даних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CLI?  Швидкий, легкий, без GUI overhead — фокус на основах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Технологічний стек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 runtime залежностей — побудовано повністю на Python stdlib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Сучасний 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типізацією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15544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554480"/>
            <a:ext cx="1828800" cy="36576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8745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Інтерактивний REPL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889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Зручний командний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помічника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15544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155448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745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8348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disallow_untyped_defs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040880" y="15544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0" y="1554480"/>
            <a:ext cx="1828800" cy="36576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7452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підхід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780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 першими,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потім реалізація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144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9144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залежностей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6576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36576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Покриття типами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64008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Паралельних CI jobs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AI-інструменти в розробці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як інструмент прискорення розробки, а не заміна розуміння коду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393192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860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(CLI)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pair-programming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Написання та рефакторинг коду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перед створенням PR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Обговорення архітектури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3931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011680"/>
            <a:ext cx="393192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2920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Автоматичний PR reviewer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якості коду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Пропозиції щодо стилю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Інтегрований у CI workflow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43484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інструменти доповнюють один одного: Claude для глибокої локальної роботи, Copilot для автоматичного рев’ю PR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Архітектура коду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393192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Ієрархія моделей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→ Phone / Email / Birthday / Address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487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Ієрархія класів з валідацією значень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944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для полів контакту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AddressBook (UserDict)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401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Dict-like сховище контактів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(UserDict)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858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Dict-like сховище нотаток з UUID ключами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600200"/>
            <a:ext cx="393192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патерни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02920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@input_error decorator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2487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декоратор обробляє 3 типи помилок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UserDict inheritance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0" y="2944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Dict-like інтерфейс з інкапсульованою логікою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029200" y="3200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029200" y="3401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SIGTERM/SIGHUP graceful shutdown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02920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casefold() для Unicode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029200" y="3858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Коректна обробка edge cases (ß→ss)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UUID4 для нотаток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029200" y="43159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Глобально унікальні, collision-proof ID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Технічні переваги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з Auto-Xfail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 першими; NotImplementedError → xfail, а не failure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 залежностей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Python stdlib — не потрібен pip install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mypy Typing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disallow_untyped_defs = true для кожної функції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108960"/>
            <a:ext cx="2560320" cy="3657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SIGTERM/SIGHUP graceful shutdown зі збереженням даних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10896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19"/>
          <p:cNvSpPr/>
          <p:nvPr/>
        </p:nvSpPr>
        <p:spPr>
          <a:xfrm>
            <a:off x="3291840" y="310896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337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290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Workflow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Copilot для розробки та рев’ю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10896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3"/>
          <p:cNvSpPr/>
          <p:nvPr/>
        </p:nvSpPr>
        <p:spPr>
          <a:xfrm>
            <a:off x="6126480" y="3108960"/>
            <a:ext cx="2560320" cy="36576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636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Parallel CI Jobs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тестовий модуль працює в окремому CI job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6459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Лінтинг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7373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6459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Типізація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7373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16459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Parallel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Jobs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949440" y="1737360"/>
            <a:ext cx="16459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737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Авто-коментарі до PR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генерує таблицю результатів тестів як коментар до кожного PR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Auto-Review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налаштований як автоматичний рев’ювер для кожного PR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20040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Merge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 git-історія зі squash merges з feature-гілок через develop у main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Познайомтесь з Джоном, фрілансером, якому потрібно відстежувати контакти клієнтів та нотатки зустрічей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86000" y="32004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Додати контакти з валідацією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Дні народження та email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Пошук та перегляд контактів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Нотатки з тегами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Збереження даних (exit/restart)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Виклики та уроки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45720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дисципліна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Писати тести перед кодом було складно спочатку, але це ловило баги рано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45920"/>
            <a:ext cx="45720" cy="1234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edge cases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лютого, зсув вихідних, rollover року — складна логіка валідації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45920"/>
            <a:ext cx="45720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Multi-word аргументи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‘add-address John Kyiv, Street 1’ потребував спеціальної обробки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45720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паралельних jobs з auto-updating summary comment (без дублів)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10896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108960"/>
            <a:ext cx="45720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Командний Git Workflow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branches, PR reviews, squash merges — командна робота через Git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08960"/>
            <a:ext cx="45720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як інструмент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Ефективне використання Claude та Copilot без заміни розуміння коду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Головне: TDD, CI/CD та командна робота — навички, які переносяться у реальні проєкти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далі?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11887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Міграція на SQLite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88920" y="1188720"/>
            <a:ext cx="1828800" cy="11887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03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CSV/JSON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0" y="1188720"/>
            <a:ext cx="1828800" cy="11887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377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903720" y="1188720"/>
            <a:ext cx="1828800" cy="11887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3258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Кольоровий вивід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Дякуємо!</a:t>
            </a:r>
            <a:endParaRPr lang="en-US" sz="4400" dirty="0"/>
          </a:p>
        </p:txBody>
      </p:sp>
      <p:sp>
        <p:nvSpPr>
          <p:cNvPr id="17" name="Shape 11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8" name="Text 1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Запитання?</a:t>
            </a:r>
            <a:endParaRPr lang="en-US" sz="1800" dirty="0"/>
          </a:p>
        </p:txBody>
      </p:sp>
      <p:sp>
        <p:nvSpPr>
          <p:cNvPr id="19" name="Text 13">
            <a:hlinkClick r:id="rId5" tooltip=""/>
          </p:cNvPr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github.com/yevhen-kalyna/goit-pycore-hw-group-project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 Personal Assistant — Pitch Deck</dc:title>
  <dc:subject>PptxGenJS Presentation</dc:subject>
  <dc:creator>GoIT Team</dc:creator>
  <cp:lastModifiedBy>GoIT Team</cp:lastModifiedBy>
  <cp:revision>1</cp:revision>
  <dcterms:created xsi:type="dcterms:W3CDTF">2026-03-13T12:24:17Z</dcterms:created>
  <dcterms:modified xsi:type="dcterms:W3CDTF">2026-03-13T12:24:17Z</dcterms:modified>
</cp:coreProperties>
</file>